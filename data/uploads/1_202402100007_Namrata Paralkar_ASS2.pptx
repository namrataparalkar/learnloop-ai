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Review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Blockchain Consensus via a Robust Shared Mempool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Technology &amp; Applications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Namrata Paralkar  |  PRN: 202402100007  |  Class: Software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search: three papers referred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/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 Blockchain Consensus via a Robust Shared Mempool (Gai et al.)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Protocol, arXiv 2022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leader bottleneck in BFT consensus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Miniscule Survey on Blockchain Scalability (Li, Song, Zhu)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Survey, arXiv 2022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Scalability, security, healthcare / supply chain / government uses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Modeling of Public Permissionless Blockchains (Esmaili, Christensen)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Survey, arXiv 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Queueing-based performance models, workload modelling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Paper 1. It proposes a technique, is tested experimentally, and links to consensus and scalability topics in the syllabus.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Paper details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Scaling Blockchain Consensus via a Robust Shared Mempool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Fangyu Gai, Jianyu Niu, Ivan Beschastnikh, Chen Feng, Sheng Wang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Venue: arXiv:2203.05158 [cs.DC]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10 Mar 2022; revised (v3) 25 Sep 2022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10.48550/arXiv.2203.05158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Research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Permissioned blockchains often use leader-based BFT consensus (PBFT, HotStuff-style)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 distributes all transaction data and coordinates agreement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hundreds of replicas, leader bandwidth and CPU become the bottleneck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limited scalability and poor robustness under attack or slow networks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how to scale BFT without the leader limiting the system?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Methodology: Stratus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Shared-mempool layer that decouples transaction distribution from consensus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replica disseminates its own transaction batches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 proposes only transaction IDs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Available Broadcast (PAB) guarantees referenced transactions can be retrieved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for uneven workloads; simple APIs for other BFT systems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integrated with state-of-the-art BFT protocols; LAN and WAN tests with hundreds of replicas; asynchrony, Byzantine attackers, unbalanced load.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in one picture: who carries the data?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leader-based BFT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37360" y="173736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2286000"/>
            <a:ext cx="-1463040" cy="82296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310896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77440" y="2286000"/>
            <a:ext cx="-548640" cy="82296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310896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77440" y="2286000"/>
            <a:ext cx="365760" cy="82296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10896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77440" y="2286000"/>
            <a:ext cx="1280160" cy="82296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sends everything to everyone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Stratus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1F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(IDs only)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10896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310896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310896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0" y="3108960"/>
            <a:ext cx="731520" cy="457200"/>
          </a:xfrm>
          <a:prstGeom prst="roundRect">
            <a:avLst>
              <a:gd name="adj" fmla="val 16000"/>
            </a:avLst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749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share batches with each other, proven available by PAB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Contributions and findings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shared-mempool protocol that removes the leader bottleneck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PAB: guarantees availability of referenced transactions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under asynchrony, Byzantine attackers, unbalanced load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 20 times higher throughput than native protocols with hundreds of replicas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API for other BFT systems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Limitations and future 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permissioned, leader-based BFT; not directly applicable to PoW/PoS public chains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controlled LAN/WAN testbeds, not production networks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proofs add messages and crypto cost; latency at low load needs study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or collusive attacks on load balancing are not fully explored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combine with sharding or layer-2, dynamic membership, Hyperledger-style deployment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are my own critical assessment.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(f) Personal reflection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consensus (PBFT), permissioned vs public chains, and the scalability trilemma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blockchain is a stack of parts that can be optimised independently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consortium uses: supply chain, interbank settlement, health records, government registries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comes from protocol design, not just bigger hardware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reproduce a small-scale experiment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F. Gai, J. Niu, I. Beschastnikh, C. Feng, S. Wang, "Scaling Blockchain Consensus via a Robust Shared Mempool," arXiv:2203.05158, 2022.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A. Li, G. Song, T. Zhu, "A Miniscule Survey on Blockchain Scalability," arXiv:2212.13353, 2022.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M. Esmaili, K. Christensen, "Performance Modeling of Public Permissionless Blockchains: A Survey," arXiv:2402.18049, 2024.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2026-09-30T12:59:35Z</dcterms:created>
  <dcterms:modified xsi:type="dcterms:W3CDTF">2026-09-30T12:59:35Z</dcterms:modified>
</cp:coreProperties>
</file>